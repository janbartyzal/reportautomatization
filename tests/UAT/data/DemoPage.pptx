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1072" r:id="rId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125" d="100"/>
          <a:sy n="125" d="100"/>
        </p:scale>
        <p:origin x="648" y="-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5DC50-77EE-423B-B403-3640BCE7E0C8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79B4C-D093-4CE3-9DA4-C29794EE6A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259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66688" y="617538"/>
            <a:ext cx="7113588" cy="40020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Notes view: </a:t>
            </a:r>
            <a:fld id="{128CEAFE-FA94-43E5-B0FF-D47E1CCDD1B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6E6F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295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304C4B-42CE-98AF-B8FD-FA3E60ECA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3B95104-4C9F-2CFA-A12E-9173F63ED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FB154FC-E488-3D3F-26BF-DA731188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85B3920-A7A8-83B0-B4EF-11846C107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996FF83-28A3-0284-BF5F-C98D588A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995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E79C5E-2A78-963F-26FF-908E9C4B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7EA3E87-8BD9-FA91-0E45-F3B99B477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B59614F-6851-7306-2833-6622CADF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D148B15-F78B-54B8-C0F5-57E7111D3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765F3B1-AB0E-F0EA-561A-FDC226CA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476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7A22B7-1517-C608-9A74-1A372727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505608C-E88D-FC23-842F-7BB4B4132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BCCFA47-B31D-F7CD-97A4-D8F17DE09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4C1E710-1496-1ADF-B354-9831910E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2BA8411-0A55-2ACB-4579-3A85B1C3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090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A5F838-A385-B824-6F0F-9B62C26E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25C4AE-A1D0-C490-617B-ED19F9F64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B240BE9-55F9-2595-3E3D-2EF10B49A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5E16FB9-777E-7AB2-EC93-6E33AC3B0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82BB2D8-F917-DB09-FFC5-D1881CEE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AB889A8-861C-B311-E8CA-EB11C062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701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EE9B09-4883-6B86-21A4-A6E96896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8C72E78-317B-D3E0-A826-9FA460B84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9404C82-2733-E950-DA6F-0455307E6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4DF1E16-8977-2C85-41F8-942D50B3D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1BEC759-DDA2-01A4-FB0D-85AE6CBA0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D32857B-B494-2542-E13E-81A794DD1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83F1CA7-302C-5FF9-9B6B-26125878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65482EB-8357-CCEE-C4EC-5A3E1BC8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946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B0766E-DFB4-846C-D631-6DF087CB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EF2A719-75E8-2583-5217-24857DB68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887F166-31BF-1979-EFE8-F78727A7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46168B8-2F0A-3FBD-C4CF-70F19B6A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412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E564D2B-CF89-BB0B-B1B3-59F16FF9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FCE9744-9D43-6796-82B2-9CA5280FC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AF89A3F-9D4E-CEEF-3A8D-E2CB9B62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051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EA4A85-DB44-94D5-FC24-12AB3EDC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37307A-B0D6-4D1E-1794-3F9C0B33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9AF0410-3588-D3C1-97E9-363F3D42A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25B1A16-C1D0-B8EA-48C7-B1C54D8A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3A76C83-674A-4EC5-381E-468B061A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CDA42ED-8468-2794-E771-5CFC600B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106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5734CA-B833-687C-BB7B-0B8AC2E2E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533D36F-DF4E-2DAF-968F-BB20F120B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A35319B-465B-4581-80E5-8B1D2E447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CA7C77D-DE95-66B1-0A6D-6839A11A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45949B-C63F-70D8-E01F-E45CB365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5C4D9AF-8AA0-FAE3-4A81-AE369FA0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4430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CB6872-BE96-345D-948F-5FE17800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F3841AB-F4D0-7F6C-CD75-C1D3D61FF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B9B38BB-0136-4A98-01D2-B150B6C52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DCC704F-2563-1147-353F-92CA0A29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961F5CF-5824-2D0B-5254-F7AD8977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5128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AE2E1CF-3E32-1648-BC70-B9A144840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C6E7063-8F22-791B-11AC-8CEDD98A7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DF32D0-0CF0-2761-B280-1B1EABA3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0A9891F-B1B0-0C1F-B307-22DFBC8C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9ADAF9-86BB-6999-7C6D-C8F829E9A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6833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5F1DE4F-6198-4E92-9FE4-3E9BF22792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313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5F1DE4F-6198-4E92-9FE4-3E9BF22792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DCFB0FA0-EC75-414E-934B-7135515BD7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88" y="283998"/>
            <a:ext cx="11054453" cy="77766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sz="2133">
                <a:solidFill>
                  <a:srgbClr val="C00000"/>
                </a:solidFill>
              </a:defRPr>
            </a:lvl1pPr>
          </a:lstStyle>
          <a:p>
            <a:r>
              <a:rPr lang="en-GB" noProof="0"/>
              <a:t>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4BBC1-FC9C-4237-A91B-3440B8AD21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6896" t="8266" r="8289" b="8715"/>
          <a:stretch/>
        </p:blipFill>
        <p:spPr>
          <a:xfrm>
            <a:off x="11093268" y="6412252"/>
            <a:ext cx="384021" cy="37669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00851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65C123F-D56F-97DE-232D-1205B291A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12791E5-4459-64BA-944B-29BB769DC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1230DEE-F91A-07D0-E4EF-65E82A926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AF805-E868-4A7C-94DD-7DC029EDA6DA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04E929F-12DE-A617-3457-9FD809722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19257B-A9C9-71E8-E779-64299EAB3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CB398-83F5-4B96-9212-F0C1CCB13D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900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B8D6D09-D01F-84FD-19E8-522DB6DE16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17" imgH="318" progId="TCLayout.ActiveDocument.1">
                  <p:embed/>
                </p:oleObj>
              </mc:Choice>
              <mc:Fallback>
                <p:oleObj name="think-cell Slide" r:id="rId4" imgW="317" imgH="31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B8D6D09-D01F-84FD-19E8-522DB6DE16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33159BB-4C75-41D6-61DB-CFE296488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89" y="283998"/>
            <a:ext cx="6673623" cy="777668"/>
          </a:xfrm>
        </p:spPr>
        <p:txBody>
          <a:bodyPr vert="horz"/>
          <a:lstStyle/>
          <a:p>
            <a:r>
              <a:rPr lang="en-AU" sz="2400" cap="none" dirty="0"/>
              <a:t>Cost optimization</a:t>
            </a:r>
            <a:endParaRPr lang="en-US" sz="2400" cap="none" dirty="0"/>
          </a:p>
        </p:txBody>
      </p:sp>
      <p:sp>
        <p:nvSpPr>
          <p:cNvPr id="13" name="ee4pHeader4">
            <a:extLst>
              <a:ext uri="{FF2B5EF4-FFF2-40B4-BE49-F238E27FC236}">
                <a16:creationId xmlns:a16="http://schemas.microsoft.com/office/drawing/2014/main" id="{F6DB8CCD-90E4-D280-7AD2-1F58EAB69EC3}"/>
              </a:ext>
            </a:extLst>
          </p:cNvPr>
          <p:cNvSpPr txBox="1"/>
          <p:nvPr/>
        </p:nvSpPr>
        <p:spPr>
          <a:xfrm>
            <a:off x="9243360" y="965326"/>
            <a:ext cx="861233" cy="184666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4pPr marL="0" marR="0" lvl="3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defRPr>
            </a:lvl4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Sum of</a:t>
            </a:r>
          </a:p>
        </p:txBody>
      </p:sp>
      <p:sp>
        <p:nvSpPr>
          <p:cNvPr id="32" name="Oval 20">
            <a:extLst>
              <a:ext uri="{FF2B5EF4-FFF2-40B4-BE49-F238E27FC236}">
                <a16:creationId xmlns:a16="http://schemas.microsoft.com/office/drawing/2014/main" id="{8D506920-659D-FFE0-EB88-9BA872B33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27176" y="840453"/>
            <a:ext cx="306910" cy="3069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4387915-FE3B-B42A-0729-137B8D649D6F}"/>
              </a:ext>
            </a:extLst>
          </p:cNvPr>
          <p:cNvCxnSpPr/>
          <p:nvPr/>
        </p:nvCxnSpPr>
        <p:spPr>
          <a:xfrm>
            <a:off x="771787" y="2018664"/>
            <a:ext cx="11153119" cy="0"/>
          </a:xfrm>
          <a:prstGeom prst="line">
            <a:avLst/>
          </a:prstGeom>
          <a:noFill/>
          <a:ln w="9525" cap="flat" cmpd="sng" algn="ctr">
            <a:solidFill>
              <a:srgbClr val="9A9A9A"/>
            </a:solidFill>
            <a:prstDash val="sysDot"/>
            <a:miter lim="800000"/>
          </a:ln>
          <a:effectLst/>
        </p:spPr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4E3F552-33E6-67D5-F623-A5654007B1CB}"/>
              </a:ext>
            </a:extLst>
          </p:cNvPr>
          <p:cNvCxnSpPr/>
          <p:nvPr/>
        </p:nvCxnSpPr>
        <p:spPr>
          <a:xfrm>
            <a:off x="771787" y="2564634"/>
            <a:ext cx="11153119" cy="0"/>
          </a:xfrm>
          <a:prstGeom prst="line">
            <a:avLst/>
          </a:prstGeom>
          <a:noFill/>
          <a:ln w="9525" cap="flat" cmpd="sng" algn="ctr">
            <a:solidFill>
              <a:srgbClr val="9A9A9A"/>
            </a:solidFill>
            <a:prstDash val="sysDot"/>
            <a:miter lim="800000"/>
          </a:ln>
          <a:effectLst/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9BE64DB-C369-38B9-7AD4-2F9BEF2BA716}"/>
              </a:ext>
            </a:extLst>
          </p:cNvPr>
          <p:cNvCxnSpPr/>
          <p:nvPr/>
        </p:nvCxnSpPr>
        <p:spPr>
          <a:xfrm>
            <a:off x="771787" y="3110604"/>
            <a:ext cx="11153119" cy="0"/>
          </a:xfrm>
          <a:prstGeom prst="line">
            <a:avLst/>
          </a:prstGeom>
          <a:noFill/>
          <a:ln w="9525" cap="flat" cmpd="sng" algn="ctr">
            <a:solidFill>
              <a:srgbClr val="9A9A9A"/>
            </a:solidFill>
            <a:prstDash val="sysDot"/>
            <a:miter lim="800000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ADDE051-82F4-7C78-0619-4C3E5875EC06}"/>
              </a:ext>
            </a:extLst>
          </p:cNvPr>
          <p:cNvCxnSpPr/>
          <p:nvPr/>
        </p:nvCxnSpPr>
        <p:spPr>
          <a:xfrm>
            <a:off x="771787" y="3656574"/>
            <a:ext cx="11153119" cy="0"/>
          </a:xfrm>
          <a:prstGeom prst="line">
            <a:avLst/>
          </a:prstGeom>
          <a:noFill/>
          <a:ln w="9525" cap="flat" cmpd="sng" algn="ctr">
            <a:solidFill>
              <a:srgbClr val="9A9A9A"/>
            </a:solidFill>
            <a:prstDash val="sysDot"/>
            <a:miter lim="800000"/>
          </a:ln>
          <a:effectLst/>
        </p:spPr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C4D2CD4-C75C-0EDF-6377-056A13014B74}"/>
              </a:ext>
            </a:extLst>
          </p:cNvPr>
          <p:cNvCxnSpPr/>
          <p:nvPr/>
        </p:nvCxnSpPr>
        <p:spPr>
          <a:xfrm>
            <a:off x="771787" y="4202544"/>
            <a:ext cx="11153119" cy="0"/>
          </a:xfrm>
          <a:prstGeom prst="line">
            <a:avLst/>
          </a:prstGeom>
          <a:noFill/>
          <a:ln w="9525" cap="flat" cmpd="sng" algn="ctr">
            <a:solidFill>
              <a:srgbClr val="9A9A9A"/>
            </a:solidFill>
            <a:prstDash val="sysDot"/>
            <a:miter lim="800000"/>
          </a:ln>
          <a:effectLst/>
        </p:spPr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137625D-E231-0CB7-EB32-83801D40E041}"/>
              </a:ext>
            </a:extLst>
          </p:cNvPr>
          <p:cNvCxnSpPr/>
          <p:nvPr/>
        </p:nvCxnSpPr>
        <p:spPr>
          <a:xfrm>
            <a:off x="771787" y="4748514"/>
            <a:ext cx="11153119" cy="0"/>
          </a:xfrm>
          <a:prstGeom prst="line">
            <a:avLst/>
          </a:prstGeom>
          <a:noFill/>
          <a:ln w="9525" cap="flat" cmpd="sng" algn="ctr">
            <a:solidFill>
              <a:srgbClr val="9A9A9A"/>
            </a:solidFill>
            <a:prstDash val="sysDot"/>
            <a:miter lim="800000"/>
          </a:ln>
          <a:effectLst/>
        </p:spPr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3A676E4-1098-57B8-BB12-EBFEF268D45C}"/>
              </a:ext>
            </a:extLst>
          </p:cNvPr>
          <p:cNvCxnSpPr/>
          <p:nvPr/>
        </p:nvCxnSpPr>
        <p:spPr>
          <a:xfrm>
            <a:off x="771787" y="5294485"/>
            <a:ext cx="11153119" cy="0"/>
          </a:xfrm>
          <a:prstGeom prst="line">
            <a:avLst/>
          </a:prstGeom>
          <a:noFill/>
          <a:ln w="9525" cap="flat" cmpd="sng" algn="ctr">
            <a:solidFill>
              <a:srgbClr val="9A9A9A"/>
            </a:solidFill>
            <a:prstDash val="sysDot"/>
            <a:miter lim="800000"/>
          </a:ln>
          <a:effectLst/>
        </p:spPr>
      </p:cxnSp>
      <p:sp>
        <p:nvSpPr>
          <p:cNvPr id="83" name="object 28">
            <a:extLst>
              <a:ext uri="{FF2B5EF4-FFF2-40B4-BE49-F238E27FC236}">
                <a16:creationId xmlns:a16="http://schemas.microsoft.com/office/drawing/2014/main" id="{8623BAB4-B36A-7592-AF3A-1DBADB987554}"/>
              </a:ext>
            </a:extLst>
          </p:cNvPr>
          <p:cNvSpPr/>
          <p:nvPr/>
        </p:nvSpPr>
        <p:spPr>
          <a:xfrm>
            <a:off x="9019640" y="1481244"/>
            <a:ext cx="1314623" cy="4443928"/>
          </a:xfrm>
          <a:custGeom>
            <a:avLst/>
            <a:gdLst/>
            <a:ahLst/>
            <a:cxnLst/>
            <a:rect l="l" t="t" r="r" b="b"/>
            <a:pathLst>
              <a:path w="1484629" h="4528185">
                <a:moveTo>
                  <a:pt x="1484376" y="0"/>
                </a:moveTo>
                <a:lnTo>
                  <a:pt x="0" y="0"/>
                </a:lnTo>
                <a:lnTo>
                  <a:pt x="0" y="4527804"/>
                </a:lnTo>
                <a:lnTo>
                  <a:pt x="1484376" y="4527804"/>
                </a:lnTo>
                <a:lnTo>
                  <a:pt x="148437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7AA914E8-57A2-188A-9F4B-349C72A5C234}"/>
              </a:ext>
            </a:extLst>
          </p:cNvPr>
          <p:cNvSpPr txBox="1"/>
          <p:nvPr/>
        </p:nvSpPr>
        <p:spPr>
          <a:xfrm>
            <a:off x="771788" y="1503083"/>
            <a:ext cx="1978987" cy="485193"/>
          </a:xfrm>
          <a:prstGeom prst="rect">
            <a:avLst/>
          </a:prstGeom>
          <a:ln w="6350">
            <a:solidFill>
              <a:srgbClr val="BC1F27"/>
            </a:solidFill>
          </a:ln>
        </p:spPr>
        <p:txBody>
          <a:bodyPr vert="horz" wrap="square" lIns="180000" tIns="18000" rIns="18000" bIns="18000" rtlCol="0" anchor="ctr">
            <a:noAutofit/>
          </a:bodyPr>
          <a:lstStyle/>
          <a:p>
            <a:pPr marL="635" marR="36830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100" b="0" i="0" u="none" strike="noStrike" kern="1200" cap="none" spc="0" normalizeH="0" baseline="0" noProof="0" dirty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Text </a:t>
            </a:r>
            <a:r>
              <a:rPr kumimoji="0" lang="cs-CZ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Category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BC1F2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8">
            <a:extLst>
              <a:ext uri="{FF2B5EF4-FFF2-40B4-BE49-F238E27FC236}">
                <a16:creationId xmlns:a16="http://schemas.microsoft.com/office/drawing/2014/main" id="{B5647F4A-5200-B445-E4C0-1F27D8F8A56E}"/>
              </a:ext>
            </a:extLst>
          </p:cNvPr>
          <p:cNvSpPr txBox="1"/>
          <p:nvPr/>
        </p:nvSpPr>
        <p:spPr>
          <a:xfrm>
            <a:off x="771788" y="2049052"/>
            <a:ext cx="1978987" cy="485193"/>
          </a:xfrm>
          <a:prstGeom prst="rect">
            <a:avLst/>
          </a:prstGeom>
          <a:ln w="6350">
            <a:solidFill>
              <a:srgbClr val="BC1F27"/>
            </a:solidFill>
          </a:ln>
        </p:spPr>
        <p:txBody>
          <a:bodyPr vert="horz" wrap="square" lIns="180000" tIns="18000" rIns="18000" bIns="18000" rtlCol="0" anchor="ctr">
            <a:noAutofit/>
          </a:bodyPr>
          <a:lstStyle/>
          <a:p>
            <a:pPr marL="635" marR="368300" lvl="0">
              <a:defRPr/>
            </a:pPr>
            <a:r>
              <a:rPr lang="cs-CZ" sz="1100" dirty="0">
                <a:solidFill>
                  <a:srgbClr val="BC1F27"/>
                </a:solidFill>
                <a:latin typeface="Arial"/>
                <a:cs typeface="Arial"/>
              </a:rPr>
              <a:t>Text </a:t>
            </a:r>
            <a:r>
              <a:rPr lang="cs-CZ" sz="1100" dirty="0" err="1">
                <a:solidFill>
                  <a:srgbClr val="BC1F27"/>
                </a:solidFill>
                <a:latin typeface="Arial"/>
                <a:cs typeface="Arial"/>
              </a:rPr>
              <a:t>Category</a:t>
            </a:r>
            <a:endParaRPr lang="en-IN" sz="1100" dirty="0">
              <a:solidFill>
                <a:srgbClr val="BC1F27"/>
              </a:solidFill>
              <a:latin typeface="Arial"/>
              <a:cs typeface="Arial"/>
            </a:endParaRPr>
          </a:p>
        </p:txBody>
      </p:sp>
      <p:sp>
        <p:nvSpPr>
          <p:cNvPr id="16" name="object 18">
            <a:extLst>
              <a:ext uri="{FF2B5EF4-FFF2-40B4-BE49-F238E27FC236}">
                <a16:creationId xmlns:a16="http://schemas.microsoft.com/office/drawing/2014/main" id="{6C3BB013-C5A6-92A2-3EEC-25C0EDD2847B}"/>
              </a:ext>
            </a:extLst>
          </p:cNvPr>
          <p:cNvSpPr txBox="1"/>
          <p:nvPr/>
        </p:nvSpPr>
        <p:spPr>
          <a:xfrm>
            <a:off x="771788" y="2595021"/>
            <a:ext cx="1978987" cy="485193"/>
          </a:xfrm>
          <a:prstGeom prst="rect">
            <a:avLst/>
          </a:prstGeom>
          <a:ln w="6350">
            <a:solidFill>
              <a:srgbClr val="BC1F27"/>
            </a:solidFill>
          </a:ln>
        </p:spPr>
        <p:txBody>
          <a:bodyPr vert="horz" wrap="square" lIns="180000" tIns="18000" rIns="18000" bIns="18000" rtlCol="0" anchor="ctr">
            <a:noAutofit/>
          </a:bodyPr>
          <a:lstStyle/>
          <a:p>
            <a:pPr marL="635" marR="368300" lvl="0">
              <a:defRPr/>
            </a:pPr>
            <a:r>
              <a:rPr lang="cs-CZ" sz="1100" dirty="0">
                <a:solidFill>
                  <a:srgbClr val="BC1F27"/>
                </a:solidFill>
                <a:latin typeface="Arial"/>
                <a:cs typeface="Arial"/>
              </a:rPr>
              <a:t>Text </a:t>
            </a:r>
            <a:r>
              <a:rPr lang="cs-CZ" sz="1100" dirty="0" err="1">
                <a:solidFill>
                  <a:srgbClr val="BC1F27"/>
                </a:solidFill>
                <a:latin typeface="Arial"/>
                <a:cs typeface="Arial"/>
              </a:rPr>
              <a:t>Category</a:t>
            </a:r>
            <a:endParaRPr lang="en-IN" sz="1100" dirty="0">
              <a:solidFill>
                <a:srgbClr val="BC1F27"/>
              </a:solidFill>
              <a:latin typeface="Arial"/>
              <a:cs typeface="Arial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9C909E84-9567-0190-7129-B7EFA990F380}"/>
              </a:ext>
            </a:extLst>
          </p:cNvPr>
          <p:cNvSpPr txBox="1"/>
          <p:nvPr/>
        </p:nvSpPr>
        <p:spPr>
          <a:xfrm>
            <a:off x="771788" y="3140990"/>
            <a:ext cx="1978987" cy="485193"/>
          </a:xfrm>
          <a:prstGeom prst="rect">
            <a:avLst/>
          </a:prstGeom>
          <a:ln w="6350">
            <a:solidFill>
              <a:srgbClr val="BC1F27"/>
            </a:solidFill>
          </a:ln>
        </p:spPr>
        <p:txBody>
          <a:bodyPr vert="horz" wrap="square" lIns="180000" tIns="18000" rIns="18000" bIns="18000" rtlCol="0" anchor="ctr">
            <a:noAutofit/>
          </a:bodyPr>
          <a:lstStyle/>
          <a:p>
            <a:pPr marL="635" marR="368300" lvl="0">
              <a:defRPr/>
            </a:pPr>
            <a:r>
              <a:rPr lang="cs-CZ" sz="1100" dirty="0">
                <a:solidFill>
                  <a:srgbClr val="BC1F27"/>
                </a:solidFill>
                <a:latin typeface="Arial"/>
                <a:cs typeface="Arial"/>
              </a:rPr>
              <a:t>Text </a:t>
            </a:r>
            <a:r>
              <a:rPr lang="cs-CZ" sz="1100" dirty="0" err="1">
                <a:solidFill>
                  <a:srgbClr val="BC1F27"/>
                </a:solidFill>
                <a:latin typeface="Arial"/>
                <a:cs typeface="Arial"/>
              </a:rPr>
              <a:t>Category</a:t>
            </a:r>
            <a:endParaRPr lang="en-IN" sz="1100" dirty="0">
              <a:solidFill>
                <a:srgbClr val="BC1F27"/>
              </a:solidFill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67482DF-C835-6EC8-D325-0935BF0AB257}"/>
              </a:ext>
            </a:extLst>
          </p:cNvPr>
          <p:cNvSpPr txBox="1"/>
          <p:nvPr/>
        </p:nvSpPr>
        <p:spPr>
          <a:xfrm>
            <a:off x="771788" y="3686959"/>
            <a:ext cx="1978987" cy="485193"/>
          </a:xfrm>
          <a:prstGeom prst="rect">
            <a:avLst/>
          </a:prstGeom>
          <a:ln w="6350">
            <a:solidFill>
              <a:srgbClr val="BC1F27"/>
            </a:solidFill>
          </a:ln>
        </p:spPr>
        <p:txBody>
          <a:bodyPr vert="horz" wrap="square" lIns="180000" tIns="18000" rIns="18000" bIns="18000" rtlCol="0" anchor="ctr">
            <a:noAutofit/>
          </a:bodyPr>
          <a:lstStyle/>
          <a:p>
            <a:pPr marL="635" marR="368300" lvl="0">
              <a:defRPr/>
            </a:pPr>
            <a:r>
              <a:rPr lang="cs-CZ" sz="1100" dirty="0">
                <a:solidFill>
                  <a:srgbClr val="BC1F27"/>
                </a:solidFill>
                <a:latin typeface="Arial"/>
                <a:cs typeface="Arial"/>
              </a:rPr>
              <a:t>Text </a:t>
            </a:r>
            <a:r>
              <a:rPr lang="cs-CZ" sz="1100" dirty="0" err="1">
                <a:solidFill>
                  <a:srgbClr val="BC1F27"/>
                </a:solidFill>
                <a:latin typeface="Arial"/>
                <a:cs typeface="Arial"/>
              </a:rPr>
              <a:t>Category</a:t>
            </a:r>
            <a:endParaRPr lang="en-IN" sz="1100" dirty="0">
              <a:solidFill>
                <a:srgbClr val="BC1F27"/>
              </a:solidFill>
              <a:latin typeface="Arial"/>
              <a:cs typeface="Arial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9D522412-5ACE-0E7A-4E08-BFCD53890383}"/>
              </a:ext>
            </a:extLst>
          </p:cNvPr>
          <p:cNvSpPr txBox="1"/>
          <p:nvPr/>
        </p:nvSpPr>
        <p:spPr>
          <a:xfrm>
            <a:off x="771788" y="4232928"/>
            <a:ext cx="1978987" cy="485193"/>
          </a:xfrm>
          <a:prstGeom prst="rect">
            <a:avLst/>
          </a:prstGeom>
          <a:ln w="6350">
            <a:solidFill>
              <a:srgbClr val="BC1F27"/>
            </a:solidFill>
          </a:ln>
        </p:spPr>
        <p:txBody>
          <a:bodyPr vert="horz" wrap="square" lIns="180000" tIns="18000" rIns="18000" bIns="18000" rtlCol="0" anchor="ctr">
            <a:noAutofit/>
          </a:bodyPr>
          <a:lstStyle/>
          <a:p>
            <a:pPr marL="635" marR="368300" lvl="0">
              <a:defRPr/>
            </a:pPr>
            <a:r>
              <a:rPr lang="cs-CZ" sz="1100" dirty="0">
                <a:solidFill>
                  <a:srgbClr val="BC1F27"/>
                </a:solidFill>
                <a:latin typeface="Arial"/>
                <a:cs typeface="Arial"/>
              </a:rPr>
              <a:t>Text </a:t>
            </a:r>
            <a:r>
              <a:rPr lang="cs-CZ" sz="1100" dirty="0" err="1">
                <a:solidFill>
                  <a:srgbClr val="BC1F27"/>
                </a:solidFill>
                <a:latin typeface="Arial"/>
                <a:cs typeface="Arial"/>
              </a:rPr>
              <a:t>Category</a:t>
            </a:r>
            <a:endParaRPr lang="en-IN" sz="1100" dirty="0">
              <a:solidFill>
                <a:srgbClr val="BC1F27"/>
              </a:solidFill>
              <a:latin typeface="Arial"/>
              <a:cs typeface="Arial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B16AA27B-8F82-8A4C-634A-5138B9428FAE}"/>
              </a:ext>
            </a:extLst>
          </p:cNvPr>
          <p:cNvSpPr txBox="1"/>
          <p:nvPr/>
        </p:nvSpPr>
        <p:spPr>
          <a:xfrm>
            <a:off x="771788" y="4778897"/>
            <a:ext cx="1978987" cy="485193"/>
          </a:xfrm>
          <a:prstGeom prst="rect">
            <a:avLst/>
          </a:prstGeom>
          <a:ln w="6350">
            <a:solidFill>
              <a:srgbClr val="BC1F27"/>
            </a:solidFill>
          </a:ln>
        </p:spPr>
        <p:txBody>
          <a:bodyPr vert="horz" wrap="square" lIns="180000" tIns="18000" rIns="18000" bIns="18000" rtlCol="0" anchor="ctr">
            <a:noAutofit/>
          </a:bodyPr>
          <a:lstStyle/>
          <a:p>
            <a:pPr marL="635" marR="368300" lvl="0">
              <a:defRPr/>
            </a:pPr>
            <a:r>
              <a:rPr lang="cs-CZ" sz="1100" dirty="0">
                <a:solidFill>
                  <a:srgbClr val="BC1F27"/>
                </a:solidFill>
                <a:latin typeface="Arial"/>
                <a:cs typeface="Arial"/>
              </a:rPr>
              <a:t>Text </a:t>
            </a:r>
            <a:r>
              <a:rPr lang="cs-CZ" sz="1100" dirty="0" err="1">
                <a:solidFill>
                  <a:srgbClr val="BC1F27"/>
                </a:solidFill>
                <a:latin typeface="Arial"/>
                <a:cs typeface="Arial"/>
              </a:rPr>
              <a:t>Category</a:t>
            </a:r>
            <a:endParaRPr lang="en-IN" sz="1100" dirty="0">
              <a:solidFill>
                <a:srgbClr val="BC1F27"/>
              </a:solidFill>
              <a:latin typeface="Arial"/>
              <a:cs typeface="Arial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926675E7-CC6C-E0E1-2E9A-847B67457210}"/>
              </a:ext>
            </a:extLst>
          </p:cNvPr>
          <p:cNvSpPr txBox="1"/>
          <p:nvPr/>
        </p:nvSpPr>
        <p:spPr>
          <a:xfrm>
            <a:off x="771788" y="5324865"/>
            <a:ext cx="1978987" cy="577926"/>
          </a:xfrm>
          <a:prstGeom prst="rect">
            <a:avLst/>
          </a:prstGeom>
          <a:ln w="6350">
            <a:solidFill>
              <a:srgbClr val="BC1F27"/>
            </a:solidFill>
          </a:ln>
        </p:spPr>
        <p:txBody>
          <a:bodyPr vert="horz" wrap="square" lIns="180000" tIns="18000" rIns="18000" bIns="18000" rtlCol="0" anchor="ctr">
            <a:noAutofit/>
          </a:bodyPr>
          <a:lstStyle/>
          <a:p>
            <a:pPr marL="635" marR="368300" lvl="0">
              <a:defRPr/>
            </a:pPr>
            <a:r>
              <a:rPr lang="cs-CZ" sz="1100" dirty="0">
                <a:solidFill>
                  <a:srgbClr val="BC1F27"/>
                </a:solidFill>
                <a:latin typeface="Arial"/>
                <a:cs typeface="Arial"/>
              </a:rPr>
              <a:t>Text </a:t>
            </a:r>
            <a:r>
              <a:rPr lang="cs-CZ" sz="1100" dirty="0" err="1">
                <a:solidFill>
                  <a:srgbClr val="BC1F27"/>
                </a:solidFill>
                <a:latin typeface="Arial"/>
                <a:cs typeface="Arial"/>
              </a:rPr>
              <a:t>Category</a:t>
            </a:r>
            <a:endParaRPr lang="en-IN" sz="1100" dirty="0">
              <a:solidFill>
                <a:srgbClr val="BC1F27"/>
              </a:solidFill>
              <a:latin typeface="Arial"/>
              <a:cs typeface="Arial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F22E2ADA-E001-F89B-E20E-A421DC35A7E0}"/>
              </a:ext>
            </a:extLst>
          </p:cNvPr>
          <p:cNvSpPr/>
          <p:nvPr/>
        </p:nvSpPr>
        <p:spPr>
          <a:xfrm>
            <a:off x="771788" y="1452442"/>
            <a:ext cx="1978434" cy="0"/>
          </a:xfrm>
          <a:custGeom>
            <a:avLst/>
            <a:gdLst/>
            <a:ahLst/>
            <a:cxnLst/>
            <a:rect l="l" t="t" r="r" b="b"/>
            <a:pathLst>
              <a:path w="2272030">
                <a:moveTo>
                  <a:pt x="0" y="0"/>
                </a:moveTo>
                <a:lnTo>
                  <a:pt x="2271776" y="0"/>
                </a:lnTo>
              </a:path>
            </a:pathLst>
          </a:custGeom>
          <a:ln w="9525">
            <a:solidFill>
              <a:srgbClr val="BC1F27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object 13">
            <a:extLst>
              <a:ext uri="{FF2B5EF4-FFF2-40B4-BE49-F238E27FC236}">
                <a16:creationId xmlns:a16="http://schemas.microsoft.com/office/drawing/2014/main" id="{E0F98F2B-2F98-2ED2-6E1E-65D3985CECAE}"/>
              </a:ext>
            </a:extLst>
          </p:cNvPr>
          <p:cNvSpPr/>
          <p:nvPr/>
        </p:nvSpPr>
        <p:spPr>
          <a:xfrm>
            <a:off x="2962660" y="1452441"/>
            <a:ext cx="5774376" cy="45719"/>
          </a:xfrm>
          <a:custGeom>
            <a:avLst/>
            <a:gdLst/>
            <a:ahLst/>
            <a:cxnLst/>
            <a:rect l="l" t="t" r="r" b="b"/>
            <a:pathLst>
              <a:path w="5031105">
                <a:moveTo>
                  <a:pt x="0" y="0"/>
                </a:moveTo>
                <a:lnTo>
                  <a:pt x="5030978" y="0"/>
                </a:lnTo>
              </a:path>
            </a:pathLst>
          </a:custGeom>
          <a:ln w="9525">
            <a:solidFill>
              <a:srgbClr val="BC1F27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1" name="object 17">
            <a:extLst>
              <a:ext uri="{FF2B5EF4-FFF2-40B4-BE49-F238E27FC236}">
                <a16:creationId xmlns:a16="http://schemas.microsoft.com/office/drawing/2014/main" id="{F99C1BD8-1637-C4E9-D542-6B5A3C29C63B}"/>
              </a:ext>
            </a:extLst>
          </p:cNvPr>
          <p:cNvSpPr txBox="1"/>
          <p:nvPr/>
        </p:nvSpPr>
        <p:spPr>
          <a:xfrm>
            <a:off x="798971" y="1108515"/>
            <a:ext cx="1978434" cy="336322"/>
          </a:xfrm>
          <a:prstGeom prst="rect">
            <a:avLst/>
          </a:prstGeom>
        </p:spPr>
        <p:txBody>
          <a:bodyPr vert="horz" wrap="square" lIns="0" tIns="12700" rIns="0" bIns="0" rtlCol="0" anchor="b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Cost</a:t>
            </a:r>
            <a:r>
              <a:rPr kumimoji="0" sz="1200" b="0" i="0" u="none" strike="noStrike" kern="1200" cap="none" spc="-4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Category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2" name="object 22">
            <a:extLst>
              <a:ext uri="{FF2B5EF4-FFF2-40B4-BE49-F238E27FC236}">
                <a16:creationId xmlns:a16="http://schemas.microsoft.com/office/drawing/2014/main" id="{06D2D1E2-FF90-9FF9-7539-AC479B33026C}"/>
              </a:ext>
            </a:extLst>
          </p:cNvPr>
          <p:cNvSpPr txBox="1"/>
          <p:nvPr/>
        </p:nvSpPr>
        <p:spPr>
          <a:xfrm>
            <a:off x="3026139" y="1108515"/>
            <a:ext cx="4380974" cy="336322"/>
          </a:xfrm>
          <a:prstGeom prst="rect">
            <a:avLst/>
          </a:prstGeom>
        </p:spPr>
        <p:txBody>
          <a:bodyPr vert="horz" wrap="square" lIns="0" tIns="12700" rIns="0" bIns="0" rtlCol="0" anchor="b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Main</a:t>
            </a:r>
            <a:r>
              <a:rPr kumimoji="0" sz="1200" b="0" i="0" u="none" strike="noStrike" kern="1200" cap="none" spc="-25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saving</a:t>
            </a:r>
            <a:r>
              <a:rPr kumimoji="0" sz="1200" b="0" i="0" u="none" strike="noStrike" kern="1200" cap="none" spc="-25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initiatives</a:t>
            </a:r>
            <a:r>
              <a:rPr kumimoji="0" sz="1200" b="0" i="0" u="none" strike="noStrike" kern="1200" cap="none" spc="-2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description</a:t>
            </a:r>
            <a:r>
              <a:rPr kumimoji="0" sz="1200" b="0" i="0" u="none" strike="noStrike" kern="1200" cap="none" spc="-55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(focus</a:t>
            </a:r>
            <a:r>
              <a:rPr kumimoji="0" sz="1200" b="0" i="0" u="none" strike="noStrike" kern="1200" cap="none" spc="-35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</a:t>
            </a:r>
            <a:r>
              <a:rPr kumimoji="0" sz="1200" b="0" i="0" u="none" strike="noStrike" kern="1200" cap="none" spc="-2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>
                <a:ln>
                  <a:noFill/>
                </a:ln>
                <a:solidFill>
                  <a:srgbClr val="BC1F2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non-comp)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8" name="object 13">
            <a:extLst>
              <a:ext uri="{FF2B5EF4-FFF2-40B4-BE49-F238E27FC236}">
                <a16:creationId xmlns:a16="http://schemas.microsoft.com/office/drawing/2014/main" id="{37BAFFFB-C704-41BA-B6D4-E9B1A788AEC9}"/>
              </a:ext>
            </a:extLst>
          </p:cNvPr>
          <p:cNvSpPr/>
          <p:nvPr/>
        </p:nvSpPr>
        <p:spPr>
          <a:xfrm>
            <a:off x="9019639" y="1452442"/>
            <a:ext cx="1314624" cy="0"/>
          </a:xfrm>
          <a:custGeom>
            <a:avLst/>
            <a:gdLst/>
            <a:ahLst/>
            <a:cxnLst/>
            <a:rect l="l" t="t" r="r" b="b"/>
            <a:pathLst>
              <a:path w="5031105">
                <a:moveTo>
                  <a:pt x="0" y="0"/>
                </a:moveTo>
                <a:lnTo>
                  <a:pt x="5030978" y="0"/>
                </a:lnTo>
              </a:path>
            </a:pathLst>
          </a:custGeom>
          <a:ln w="9525">
            <a:solidFill>
              <a:srgbClr val="BC1F27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0" name="ee4pHeader4">
            <a:extLst>
              <a:ext uri="{FF2B5EF4-FFF2-40B4-BE49-F238E27FC236}">
                <a16:creationId xmlns:a16="http://schemas.microsoft.com/office/drawing/2014/main" id="{17CB67E7-2DF3-4D59-9839-0F568CF5D3FF}"/>
              </a:ext>
            </a:extLst>
          </p:cNvPr>
          <p:cNvSpPr txBox="1"/>
          <p:nvPr/>
        </p:nvSpPr>
        <p:spPr>
          <a:xfrm>
            <a:off x="10702050" y="965326"/>
            <a:ext cx="861233" cy="184666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4pPr marL="0" marR="0" lvl="3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defRPr>
            </a:lvl4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Sum of</a:t>
            </a:r>
          </a:p>
        </p:txBody>
      </p:sp>
      <p:sp>
        <p:nvSpPr>
          <p:cNvPr id="71" name="Oval 20">
            <a:extLst>
              <a:ext uri="{FF2B5EF4-FFF2-40B4-BE49-F238E27FC236}">
                <a16:creationId xmlns:a16="http://schemas.microsoft.com/office/drawing/2014/main" id="{0254540E-C87B-4475-B40A-B420129784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285866" y="840453"/>
            <a:ext cx="306910" cy="3069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  <p:sp>
        <p:nvSpPr>
          <p:cNvPr id="72" name="ee4pHeader4">
            <a:extLst>
              <a:ext uri="{FF2B5EF4-FFF2-40B4-BE49-F238E27FC236}">
                <a16:creationId xmlns:a16="http://schemas.microsoft.com/office/drawing/2014/main" id="{B19013C5-77C6-4C37-B240-065FE0220AFF}"/>
              </a:ext>
            </a:extLst>
          </p:cNvPr>
          <p:cNvSpPr txBox="1"/>
          <p:nvPr/>
        </p:nvSpPr>
        <p:spPr>
          <a:xfrm>
            <a:off x="8920753" y="1182081"/>
            <a:ext cx="1485146" cy="153888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lvl="3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BD2027">
                    <a:lumMod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Net saving 2024 (M€) </a:t>
            </a:r>
          </a:p>
        </p:txBody>
      </p:sp>
      <p:sp>
        <p:nvSpPr>
          <p:cNvPr id="73" name="ee4pHeader4">
            <a:extLst>
              <a:ext uri="{FF2B5EF4-FFF2-40B4-BE49-F238E27FC236}">
                <a16:creationId xmlns:a16="http://schemas.microsoft.com/office/drawing/2014/main" id="{C0CADD19-D340-46D5-8EF2-8F139709A582}"/>
              </a:ext>
            </a:extLst>
          </p:cNvPr>
          <p:cNvSpPr txBox="1"/>
          <p:nvPr/>
        </p:nvSpPr>
        <p:spPr>
          <a:xfrm>
            <a:off x="10431796" y="1133765"/>
            <a:ext cx="1279177" cy="307777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lvl="3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BD2027">
                    <a:lumMod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Additional net saving 2024 (M€)</a:t>
            </a:r>
          </a:p>
        </p:txBody>
      </p:sp>
      <p:sp>
        <p:nvSpPr>
          <p:cNvPr id="75" name="object 28">
            <a:extLst>
              <a:ext uri="{FF2B5EF4-FFF2-40B4-BE49-F238E27FC236}">
                <a16:creationId xmlns:a16="http://schemas.microsoft.com/office/drawing/2014/main" id="{014F01DD-355D-479A-A165-180739C84C4E}"/>
              </a:ext>
            </a:extLst>
          </p:cNvPr>
          <p:cNvSpPr/>
          <p:nvPr/>
        </p:nvSpPr>
        <p:spPr>
          <a:xfrm>
            <a:off x="10502721" y="1471125"/>
            <a:ext cx="1314623" cy="4443928"/>
          </a:xfrm>
          <a:custGeom>
            <a:avLst/>
            <a:gdLst/>
            <a:ahLst/>
            <a:cxnLst/>
            <a:rect l="l" t="t" r="r" b="b"/>
            <a:pathLst>
              <a:path w="1484629" h="4528185">
                <a:moveTo>
                  <a:pt x="1484376" y="0"/>
                </a:moveTo>
                <a:lnTo>
                  <a:pt x="0" y="0"/>
                </a:lnTo>
                <a:lnTo>
                  <a:pt x="0" y="4527804"/>
                </a:lnTo>
                <a:lnTo>
                  <a:pt x="1484376" y="4527804"/>
                </a:lnTo>
                <a:lnTo>
                  <a:pt x="148437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" name="object 18">
            <a:extLst>
              <a:ext uri="{FF2B5EF4-FFF2-40B4-BE49-F238E27FC236}">
                <a16:creationId xmlns:a16="http://schemas.microsoft.com/office/drawing/2014/main" id="{54F3DD9B-70E8-44BB-81D0-3579448C68C0}"/>
              </a:ext>
            </a:extLst>
          </p:cNvPr>
          <p:cNvSpPr txBox="1"/>
          <p:nvPr/>
        </p:nvSpPr>
        <p:spPr>
          <a:xfrm>
            <a:off x="10502720" y="1492964"/>
            <a:ext cx="1314626" cy="485193"/>
          </a:xfrm>
          <a:prstGeom prst="rect">
            <a:avLst/>
          </a:prstGeom>
          <a:ln w="6350">
            <a:noFill/>
          </a:ln>
        </p:spPr>
        <p:txBody>
          <a:bodyPr vert="horz" wrap="square" lIns="0" tIns="33020" rIns="0" bIns="0" rtlCol="0" anchor="ctr">
            <a:noAutofit/>
          </a:bodyPr>
          <a:lstStyle/>
          <a:p>
            <a:pPr marL="311785" marR="0" lvl="0" indent="-224790" algn="l" defTabSz="9144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BC1F27"/>
              </a:buClr>
              <a:buSzTx/>
              <a:buFont typeface="Wingdings"/>
              <a:buChar char=""/>
              <a:tabLst>
                <a:tab pos="311785" algn="l"/>
                <a:tab pos="312420" algn="l"/>
              </a:tabLst>
              <a:defRPr/>
            </a:pPr>
            <a:r>
              <a:rPr lang="cs-CZ" sz="1100" dirty="0">
                <a:solidFill>
                  <a:srgbClr val="000000"/>
                </a:solidFill>
                <a:latin typeface="Arial"/>
                <a:cs typeface="Arial"/>
              </a:rPr>
              <a:t>-2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7" name="object 18">
            <a:extLst>
              <a:ext uri="{FF2B5EF4-FFF2-40B4-BE49-F238E27FC236}">
                <a16:creationId xmlns:a16="http://schemas.microsoft.com/office/drawing/2014/main" id="{42776B19-9081-40B5-AE9B-476044A580DB}"/>
              </a:ext>
            </a:extLst>
          </p:cNvPr>
          <p:cNvSpPr txBox="1"/>
          <p:nvPr/>
        </p:nvSpPr>
        <p:spPr>
          <a:xfrm>
            <a:off x="10502720" y="2038933"/>
            <a:ext cx="1314626" cy="485193"/>
          </a:xfrm>
          <a:prstGeom prst="rect">
            <a:avLst/>
          </a:prstGeom>
          <a:ln w="6350">
            <a:noFill/>
          </a:ln>
        </p:spPr>
        <p:txBody>
          <a:bodyPr vert="horz" wrap="square" lIns="0" tIns="33020" rIns="0" bIns="0" rtlCol="0" anchor="ctr">
            <a:noAutofit/>
          </a:bodyPr>
          <a:lstStyle/>
          <a:p>
            <a:pPr marL="311785" marR="0" lvl="0" indent="-224790" algn="l" defTabSz="9144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BC1F27"/>
              </a:buClr>
              <a:buSzTx/>
              <a:buFont typeface="Wingdings"/>
              <a:buChar char=""/>
              <a:tabLst>
                <a:tab pos="311785" algn="l"/>
                <a:tab pos="312420" algn="l"/>
              </a:tabLst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</p:txBody>
      </p:sp>
      <p:sp>
        <p:nvSpPr>
          <p:cNvPr id="78" name="object 18">
            <a:extLst>
              <a:ext uri="{FF2B5EF4-FFF2-40B4-BE49-F238E27FC236}">
                <a16:creationId xmlns:a16="http://schemas.microsoft.com/office/drawing/2014/main" id="{AE2B6045-27D7-4512-9E85-CFA4F0372CEE}"/>
              </a:ext>
            </a:extLst>
          </p:cNvPr>
          <p:cNvSpPr txBox="1"/>
          <p:nvPr/>
        </p:nvSpPr>
        <p:spPr>
          <a:xfrm>
            <a:off x="10502720" y="2584902"/>
            <a:ext cx="1314626" cy="485193"/>
          </a:xfrm>
          <a:prstGeom prst="rect">
            <a:avLst/>
          </a:prstGeom>
          <a:ln w="6350">
            <a:noFill/>
          </a:ln>
        </p:spPr>
        <p:txBody>
          <a:bodyPr vert="horz" wrap="square" lIns="0" tIns="33020" rIns="0" bIns="0" rtlCol="0" anchor="ctr">
            <a:noAutofit/>
          </a:bodyPr>
          <a:lstStyle/>
          <a:p>
            <a:pPr marL="311785" marR="0" lvl="0" indent="-22479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C1F27"/>
              </a:buClr>
              <a:buSzTx/>
              <a:buFont typeface="Wingdings"/>
              <a:buChar char=""/>
              <a:tabLst>
                <a:tab pos="311785" algn="l"/>
                <a:tab pos="312420" algn="l"/>
              </a:tabLst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</p:txBody>
      </p:sp>
      <p:sp>
        <p:nvSpPr>
          <p:cNvPr id="79" name="object 18">
            <a:extLst>
              <a:ext uri="{FF2B5EF4-FFF2-40B4-BE49-F238E27FC236}">
                <a16:creationId xmlns:a16="http://schemas.microsoft.com/office/drawing/2014/main" id="{ED3470EA-8366-4A19-A3ED-968248E28510}"/>
              </a:ext>
            </a:extLst>
          </p:cNvPr>
          <p:cNvSpPr txBox="1"/>
          <p:nvPr/>
        </p:nvSpPr>
        <p:spPr>
          <a:xfrm>
            <a:off x="10502720" y="3130871"/>
            <a:ext cx="1314626" cy="485193"/>
          </a:xfrm>
          <a:prstGeom prst="rect">
            <a:avLst/>
          </a:prstGeom>
          <a:ln w="6350">
            <a:noFill/>
          </a:ln>
        </p:spPr>
        <p:txBody>
          <a:bodyPr vert="horz" wrap="square" lIns="0" tIns="33020" rIns="0" bIns="0" rtlCol="0" anchor="ctr">
            <a:noAutofit/>
          </a:bodyPr>
          <a:lstStyle/>
          <a:p>
            <a:pPr marL="311785" marR="0" lvl="0" indent="-224790" algn="l" defTabSz="914400" rtl="0" eaLnBrk="1" fontAlgn="t" latinLnBrk="0" hangingPunct="1">
              <a:lnSpc>
                <a:spcPct val="90000"/>
              </a:lnSpc>
              <a:spcBef>
                <a:spcPts val="210"/>
              </a:spcBef>
              <a:spcAft>
                <a:spcPts val="0"/>
              </a:spcAft>
              <a:buClr>
                <a:srgbClr val="BC1F27"/>
              </a:buClr>
              <a:buSzTx/>
              <a:buFont typeface="Wingdings"/>
              <a:buChar char=""/>
              <a:tabLst>
                <a:tab pos="311785" algn="l"/>
                <a:tab pos="312420" algn="l"/>
              </a:tabLst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</p:txBody>
      </p:sp>
      <p:sp>
        <p:nvSpPr>
          <p:cNvPr id="80" name="object 18">
            <a:extLst>
              <a:ext uri="{FF2B5EF4-FFF2-40B4-BE49-F238E27FC236}">
                <a16:creationId xmlns:a16="http://schemas.microsoft.com/office/drawing/2014/main" id="{07D1D68B-BB90-4AF7-BC41-A98BEE0D4B0D}"/>
              </a:ext>
            </a:extLst>
          </p:cNvPr>
          <p:cNvSpPr txBox="1"/>
          <p:nvPr/>
        </p:nvSpPr>
        <p:spPr>
          <a:xfrm>
            <a:off x="10502720" y="3676840"/>
            <a:ext cx="1314626" cy="485193"/>
          </a:xfrm>
          <a:prstGeom prst="rect">
            <a:avLst/>
          </a:prstGeom>
          <a:ln w="6350">
            <a:noFill/>
          </a:ln>
        </p:spPr>
        <p:txBody>
          <a:bodyPr vert="horz" wrap="square" lIns="0" tIns="33020" rIns="0" bIns="0" rtlCol="0" anchor="ctr">
            <a:noAutofit/>
          </a:bodyPr>
          <a:lstStyle/>
          <a:p>
            <a:pPr marL="311785" marR="0" lvl="0" indent="-224790" algn="l" defTabSz="914400" rtl="0" eaLnBrk="1" fontAlgn="t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BC1F27"/>
              </a:buClr>
              <a:buSzTx/>
              <a:buFont typeface="Wingdings"/>
              <a:buChar char=""/>
              <a:tabLst>
                <a:tab pos="311785" algn="l"/>
                <a:tab pos="312420" algn="l"/>
              </a:tabLst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4CA0783B-06B9-4C70-B2A5-2A5578D4E738}"/>
              </a:ext>
            </a:extLst>
          </p:cNvPr>
          <p:cNvSpPr txBox="1"/>
          <p:nvPr/>
        </p:nvSpPr>
        <p:spPr>
          <a:xfrm>
            <a:off x="10502720" y="4222809"/>
            <a:ext cx="1314626" cy="485193"/>
          </a:xfrm>
          <a:prstGeom prst="rect">
            <a:avLst/>
          </a:prstGeom>
          <a:ln w="6350">
            <a:noFill/>
          </a:ln>
        </p:spPr>
        <p:txBody>
          <a:bodyPr vert="horz" wrap="square" lIns="0" tIns="33020" rIns="0" bIns="0" rtlCol="0" anchor="ctr">
            <a:noAutofit/>
          </a:bodyPr>
          <a:lstStyle/>
          <a:p>
            <a:pPr marL="311785" marR="0" lvl="0" indent="-224790" algn="l" defTabSz="914400" rtl="0" eaLnBrk="1" fontAlgn="t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BC1F27"/>
              </a:buClr>
              <a:buSzTx/>
              <a:buFont typeface="Wingdings"/>
              <a:buChar char=""/>
              <a:tabLst>
                <a:tab pos="311785" algn="l"/>
                <a:tab pos="312420" algn="l"/>
              </a:tabLst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</p:txBody>
      </p:sp>
      <p:sp>
        <p:nvSpPr>
          <p:cNvPr id="82" name="object 18">
            <a:extLst>
              <a:ext uri="{FF2B5EF4-FFF2-40B4-BE49-F238E27FC236}">
                <a16:creationId xmlns:a16="http://schemas.microsoft.com/office/drawing/2014/main" id="{8FAFA334-CE05-42A1-888C-C834AB7D5C44}"/>
              </a:ext>
            </a:extLst>
          </p:cNvPr>
          <p:cNvSpPr txBox="1"/>
          <p:nvPr/>
        </p:nvSpPr>
        <p:spPr>
          <a:xfrm>
            <a:off x="10502720" y="4768778"/>
            <a:ext cx="1314626" cy="485193"/>
          </a:xfrm>
          <a:prstGeom prst="rect">
            <a:avLst/>
          </a:prstGeom>
          <a:ln w="6350">
            <a:noFill/>
          </a:ln>
        </p:spPr>
        <p:txBody>
          <a:bodyPr vert="horz" wrap="square" lIns="0" tIns="33020" rIns="0" bIns="0" rtlCol="0" anchor="ctr">
            <a:noAutofit/>
          </a:bodyPr>
          <a:lstStyle/>
          <a:p>
            <a:pPr marL="311785" marR="0" lvl="0" indent="-22479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C1F27"/>
              </a:buClr>
              <a:buSzTx/>
              <a:buFont typeface="Wingdings"/>
              <a:buChar char=""/>
              <a:tabLst>
                <a:tab pos="311785" algn="l"/>
                <a:tab pos="312420" algn="l"/>
              </a:tabLst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1785" marR="0" lvl="0" indent="-22479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C1F27"/>
              </a:buClr>
              <a:buSzTx/>
              <a:buFont typeface="Wingdings"/>
              <a:buChar char=""/>
              <a:tabLst>
                <a:tab pos="311785" algn="l"/>
                <a:tab pos="312420" algn="l"/>
              </a:tabLst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</p:txBody>
      </p:sp>
      <p:sp>
        <p:nvSpPr>
          <p:cNvPr id="85" name="object 18">
            <a:extLst>
              <a:ext uri="{FF2B5EF4-FFF2-40B4-BE49-F238E27FC236}">
                <a16:creationId xmlns:a16="http://schemas.microsoft.com/office/drawing/2014/main" id="{E55AE9A5-D8F3-4863-803F-97C4B3138DEE}"/>
              </a:ext>
            </a:extLst>
          </p:cNvPr>
          <p:cNvSpPr txBox="1"/>
          <p:nvPr/>
        </p:nvSpPr>
        <p:spPr>
          <a:xfrm>
            <a:off x="10502720" y="5314747"/>
            <a:ext cx="1314626" cy="577926"/>
          </a:xfrm>
          <a:prstGeom prst="rect">
            <a:avLst/>
          </a:prstGeom>
          <a:ln w="6350">
            <a:noFill/>
          </a:ln>
        </p:spPr>
        <p:txBody>
          <a:bodyPr vert="horz" wrap="square" lIns="0" tIns="33020" rIns="0" bIns="0" rtlCol="0" anchor="ctr">
            <a:noAutofit/>
          </a:bodyPr>
          <a:lstStyle/>
          <a:p>
            <a:pPr marL="311785" marR="0" lvl="0" indent="-224790" algn="l" defTabSz="9144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BC1F27"/>
              </a:buClr>
              <a:buSzTx/>
              <a:buFont typeface="Wingdings"/>
              <a:buChar char=""/>
              <a:tabLst>
                <a:tab pos="311785" algn="l"/>
                <a:tab pos="312420" algn="l"/>
              </a:tabLst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</p:txBody>
      </p:sp>
      <p:sp>
        <p:nvSpPr>
          <p:cNvPr id="86" name="object 13">
            <a:extLst>
              <a:ext uri="{FF2B5EF4-FFF2-40B4-BE49-F238E27FC236}">
                <a16:creationId xmlns:a16="http://schemas.microsoft.com/office/drawing/2014/main" id="{C087A22E-0925-46F8-941A-34176A62F1FD}"/>
              </a:ext>
            </a:extLst>
          </p:cNvPr>
          <p:cNvSpPr/>
          <p:nvPr/>
        </p:nvSpPr>
        <p:spPr>
          <a:xfrm>
            <a:off x="10502720" y="1442323"/>
            <a:ext cx="1314624" cy="0"/>
          </a:xfrm>
          <a:custGeom>
            <a:avLst/>
            <a:gdLst/>
            <a:ahLst/>
            <a:cxnLst/>
            <a:rect l="l" t="t" r="r" b="b"/>
            <a:pathLst>
              <a:path w="5031105">
                <a:moveTo>
                  <a:pt x="0" y="0"/>
                </a:moveTo>
                <a:lnTo>
                  <a:pt x="5030978" y="0"/>
                </a:lnTo>
              </a:path>
            </a:pathLst>
          </a:custGeom>
          <a:ln w="9525">
            <a:solidFill>
              <a:srgbClr val="BC1F27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82EED10-1B16-46AD-A5AC-42886DD6AC65}"/>
              </a:ext>
            </a:extLst>
          </p:cNvPr>
          <p:cNvSpPr/>
          <p:nvPr/>
        </p:nvSpPr>
        <p:spPr>
          <a:xfrm>
            <a:off x="6665210" y="5968420"/>
            <a:ext cx="2181137" cy="246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Savings identified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4C109D2-BBDE-4253-A435-EA157EA2B514}"/>
              </a:ext>
            </a:extLst>
          </p:cNvPr>
          <p:cNvSpPr/>
          <p:nvPr/>
        </p:nvSpPr>
        <p:spPr>
          <a:xfrm>
            <a:off x="9013974" y="5972266"/>
            <a:ext cx="1329465" cy="246888"/>
          </a:xfrm>
          <a:prstGeom prst="rect">
            <a:avLst/>
          </a:prstGeom>
          <a:solidFill>
            <a:schemeClr val="bg1"/>
          </a:solidFill>
          <a:ln w="6350" cap="rnd" cmpd="sng" algn="ctr">
            <a:solidFill>
              <a:srgbClr val="C413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C413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</a:t>
            </a:r>
            <a:r>
              <a:rPr lang="cs-CZ" sz="1150" dirty="0">
                <a:solidFill>
                  <a:srgbClr val="C41300"/>
                </a:solidFill>
                <a:latin typeface="Arial" panose="020B0604020202020204"/>
              </a:rPr>
              <a:t>100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C413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M€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srgbClr val="C413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A365474-B1FD-492E-A6E2-5FA98B0374CF}"/>
              </a:ext>
            </a:extLst>
          </p:cNvPr>
          <p:cNvSpPr/>
          <p:nvPr/>
        </p:nvSpPr>
        <p:spPr>
          <a:xfrm>
            <a:off x="10487879" y="5968420"/>
            <a:ext cx="1329465" cy="246888"/>
          </a:xfrm>
          <a:prstGeom prst="rect">
            <a:avLst/>
          </a:prstGeom>
          <a:solidFill>
            <a:schemeClr val="bg1"/>
          </a:solidFill>
          <a:ln w="6350" cap="rnd" cmpd="sng" algn="ctr">
            <a:solidFill>
              <a:srgbClr val="C413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150" b="0" i="0" u="none" strike="noStrike" kern="1200" cap="none" spc="0" normalizeH="0" baseline="0" noProof="0" dirty="0">
                <a:ln>
                  <a:noFill/>
                </a:ln>
                <a:solidFill>
                  <a:srgbClr val="C413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-2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413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.0M€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BDDEC49-2016-4237-B791-A9B5296920D3}"/>
              </a:ext>
            </a:extLst>
          </p:cNvPr>
          <p:cNvSpPr/>
          <p:nvPr/>
        </p:nvSpPr>
        <p:spPr>
          <a:xfrm>
            <a:off x="6665210" y="6257813"/>
            <a:ext cx="2181137" cy="2468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Savings to be identified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5EA0C16-3100-47DC-85DD-C1EDBEF1C7C3}"/>
              </a:ext>
            </a:extLst>
          </p:cNvPr>
          <p:cNvSpPr/>
          <p:nvPr/>
        </p:nvSpPr>
        <p:spPr>
          <a:xfrm>
            <a:off x="9013974" y="6261659"/>
            <a:ext cx="1329465" cy="246888"/>
          </a:xfrm>
          <a:prstGeom prst="rect">
            <a:avLst/>
          </a:prstGeom>
          <a:solidFill>
            <a:schemeClr val="bg1"/>
          </a:solidFill>
          <a:ln w="635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-</a:t>
            </a:r>
            <a:r>
              <a:rPr lang="cs-CZ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</a:rPr>
              <a:t>2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,3M€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2AC428D-0524-4F7D-BC43-0D187778065F}"/>
              </a:ext>
            </a:extLst>
          </p:cNvPr>
          <p:cNvSpPr/>
          <p:nvPr/>
        </p:nvSpPr>
        <p:spPr>
          <a:xfrm>
            <a:off x="10487879" y="6257813"/>
            <a:ext cx="1329465" cy="246888"/>
          </a:xfrm>
          <a:prstGeom prst="rect">
            <a:avLst/>
          </a:prstGeom>
          <a:solidFill>
            <a:schemeClr val="bg1"/>
          </a:solidFill>
          <a:ln w="635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0,0M€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2E31611-9821-4D93-8A93-A681AE49A012}"/>
              </a:ext>
            </a:extLst>
          </p:cNvPr>
          <p:cNvSpPr/>
          <p:nvPr/>
        </p:nvSpPr>
        <p:spPr>
          <a:xfrm>
            <a:off x="6665210" y="6558067"/>
            <a:ext cx="2181137" cy="2468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TOTAL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89F4AA6-4881-4316-9897-BB8D0B486257}"/>
              </a:ext>
            </a:extLst>
          </p:cNvPr>
          <p:cNvSpPr/>
          <p:nvPr/>
        </p:nvSpPr>
        <p:spPr>
          <a:xfrm>
            <a:off x="9013974" y="6561913"/>
            <a:ext cx="1329465" cy="246888"/>
          </a:xfrm>
          <a:prstGeom prst="rect">
            <a:avLst/>
          </a:prstGeom>
          <a:solidFill>
            <a:schemeClr val="bg1"/>
          </a:solidFill>
          <a:ln w="635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-8,6M€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C772FAE-99B8-4ED8-9EC0-70111429EEF0}"/>
              </a:ext>
            </a:extLst>
          </p:cNvPr>
          <p:cNvSpPr/>
          <p:nvPr/>
        </p:nvSpPr>
        <p:spPr>
          <a:xfrm>
            <a:off x="10487879" y="6558067"/>
            <a:ext cx="1329465" cy="246888"/>
          </a:xfrm>
          <a:prstGeom prst="rect">
            <a:avLst/>
          </a:prstGeom>
          <a:solidFill>
            <a:schemeClr val="bg1"/>
          </a:solidFill>
          <a:ln w="635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0,0M€</a:t>
            </a:r>
          </a:p>
        </p:txBody>
      </p:sp>
      <p:sp>
        <p:nvSpPr>
          <p:cNvPr id="106" name="ee4pHeader4">
            <a:extLst>
              <a:ext uri="{FF2B5EF4-FFF2-40B4-BE49-F238E27FC236}">
                <a16:creationId xmlns:a16="http://schemas.microsoft.com/office/drawing/2014/main" id="{3527C6E2-90D3-4FE3-89F1-2870DDF62F15}"/>
              </a:ext>
            </a:extLst>
          </p:cNvPr>
          <p:cNvSpPr txBox="1"/>
          <p:nvPr/>
        </p:nvSpPr>
        <p:spPr>
          <a:xfrm>
            <a:off x="1062829" y="6207003"/>
            <a:ext cx="3612868" cy="276999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Global initiatives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Wingdings" panose="05000000000000000000" pitchFamily="2" charset="2"/>
              </a:rPr>
              <a:t> please report in red any impact expected from Global initiatives, including them in the Total rows here below</a:t>
            </a:r>
            <a:endParaRPr kumimoji="0" lang="en-US" sz="9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07" name="Picture 106" descr="A red and white logo&#10;&#10;Description automatically generated">
            <a:extLst>
              <a:ext uri="{FF2B5EF4-FFF2-40B4-BE49-F238E27FC236}">
                <a16:creationId xmlns:a16="http://schemas.microsoft.com/office/drawing/2014/main" id="{5D0468B4-47C6-4F29-8F3E-47204A63FF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332" y="6257813"/>
            <a:ext cx="175684" cy="175684"/>
          </a:xfrm>
          <a:prstGeom prst="rect">
            <a:avLst/>
          </a:prstGeom>
        </p:spPr>
      </p:pic>
      <p:sp>
        <p:nvSpPr>
          <p:cNvPr id="7" name="ee4pHeader4">
            <a:extLst>
              <a:ext uri="{FF2B5EF4-FFF2-40B4-BE49-F238E27FC236}">
                <a16:creationId xmlns:a16="http://schemas.microsoft.com/office/drawing/2014/main" id="{59F87DDE-A354-125B-57D6-51D24500EC4C}"/>
              </a:ext>
            </a:extLst>
          </p:cNvPr>
          <p:cNvSpPr txBox="1"/>
          <p:nvPr/>
        </p:nvSpPr>
        <p:spPr>
          <a:xfrm>
            <a:off x="3428296" y="1045859"/>
            <a:ext cx="4897336" cy="169277"/>
          </a:xfrm>
          <a:prstGeom prst="rect">
            <a:avLst/>
          </a:prstGeom>
          <a:noFill/>
          <a:ln cap="rnd">
            <a:noFill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Updated Saving initiatives post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E214C26-AF6A-D54F-9F27-7451EA59857D}"/>
              </a:ext>
            </a:extLst>
          </p:cNvPr>
          <p:cNvSpPr/>
          <p:nvPr/>
        </p:nvSpPr>
        <p:spPr>
          <a:xfrm>
            <a:off x="3048717" y="1057598"/>
            <a:ext cx="329498" cy="147805"/>
          </a:xfrm>
          <a:prstGeom prst="rect">
            <a:avLst/>
          </a:prstGeom>
          <a:solidFill>
            <a:srgbClr val="EE9CA0">
              <a:alpha val="56000"/>
            </a:srgb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CBC939-0375-3A98-93FF-F78A39CC6A62}"/>
              </a:ext>
            </a:extLst>
          </p:cNvPr>
          <p:cNvSpPr/>
          <p:nvPr/>
        </p:nvSpPr>
        <p:spPr>
          <a:xfrm>
            <a:off x="2961031" y="4741502"/>
            <a:ext cx="5043527" cy="583939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2BF544-0983-F9C0-0D73-B38E33C35434}"/>
              </a:ext>
            </a:extLst>
          </p:cNvPr>
          <p:cNvSpPr/>
          <p:nvPr/>
        </p:nvSpPr>
        <p:spPr>
          <a:xfrm>
            <a:off x="2961031" y="3690329"/>
            <a:ext cx="5043527" cy="513990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EA5ED1-26D3-CFFF-4A76-58690670D8F9}"/>
              </a:ext>
            </a:extLst>
          </p:cNvPr>
          <p:cNvSpPr/>
          <p:nvPr/>
        </p:nvSpPr>
        <p:spPr>
          <a:xfrm>
            <a:off x="2961031" y="3154735"/>
            <a:ext cx="5043527" cy="466408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8EA676-D8B0-F7B4-51AC-40D79B1703EA}"/>
              </a:ext>
            </a:extLst>
          </p:cNvPr>
          <p:cNvSpPr/>
          <p:nvPr/>
        </p:nvSpPr>
        <p:spPr>
          <a:xfrm>
            <a:off x="2961031" y="4216056"/>
            <a:ext cx="5043527" cy="527366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2E9807-51F5-386C-AAC2-E87359573071}"/>
              </a:ext>
            </a:extLst>
          </p:cNvPr>
          <p:cNvSpPr/>
          <p:nvPr/>
        </p:nvSpPr>
        <p:spPr>
          <a:xfrm>
            <a:off x="2961031" y="5330632"/>
            <a:ext cx="5043527" cy="583939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1B0168-B167-91C0-9C28-689BDC32D333}"/>
              </a:ext>
            </a:extLst>
          </p:cNvPr>
          <p:cNvSpPr/>
          <p:nvPr/>
        </p:nvSpPr>
        <p:spPr>
          <a:xfrm>
            <a:off x="9104524" y="5363491"/>
            <a:ext cx="1330392" cy="441594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C00000"/>
                </a:solidFill>
              </a:rPr>
              <a:t>-0.01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F1C4B5-4828-E40A-5D70-B61B960144B1}"/>
              </a:ext>
            </a:extLst>
          </p:cNvPr>
          <p:cNvSpPr/>
          <p:nvPr/>
        </p:nvSpPr>
        <p:spPr>
          <a:xfrm>
            <a:off x="2961031" y="2572390"/>
            <a:ext cx="5279146" cy="555742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BE2261-D67B-7711-275B-1270B0514AD3}"/>
              </a:ext>
            </a:extLst>
          </p:cNvPr>
          <p:cNvSpPr/>
          <p:nvPr/>
        </p:nvSpPr>
        <p:spPr>
          <a:xfrm>
            <a:off x="2961031" y="2018039"/>
            <a:ext cx="5043527" cy="555742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12FA82-27E4-19B5-119D-E5B84B995674}"/>
              </a:ext>
            </a:extLst>
          </p:cNvPr>
          <p:cNvSpPr/>
          <p:nvPr/>
        </p:nvSpPr>
        <p:spPr>
          <a:xfrm>
            <a:off x="2954784" y="1455675"/>
            <a:ext cx="5043527" cy="555742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Text </a:t>
            </a:r>
            <a:r>
              <a:rPr lang="cs-CZ" sz="1100" dirty="0" err="1">
                <a:solidFill>
                  <a:srgbClr val="000000"/>
                </a:solidFill>
              </a:rPr>
              <a:t>row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EB4D8E-5109-1467-C1D1-3A5DBA310C41}"/>
              </a:ext>
            </a:extLst>
          </p:cNvPr>
          <p:cNvSpPr/>
          <p:nvPr/>
        </p:nvSpPr>
        <p:spPr>
          <a:xfrm>
            <a:off x="9092030" y="3115986"/>
            <a:ext cx="1241809" cy="471938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chemeClr val="tx1"/>
                </a:solidFill>
              </a:rPr>
              <a:t>-1</a:t>
            </a:r>
            <a:r>
              <a:rPr lang="it-IT" sz="1100" dirty="0">
                <a:solidFill>
                  <a:schemeClr val="tx1"/>
                </a:solidFill>
              </a:rPr>
              <a:t>.</a:t>
            </a:r>
            <a:r>
              <a:rPr lang="cs-CZ" sz="1100" dirty="0">
                <a:solidFill>
                  <a:schemeClr val="tx1"/>
                </a:solidFill>
              </a:rPr>
              <a:t>1</a:t>
            </a:r>
            <a:r>
              <a:rPr lang="it-IT" sz="1100" dirty="0">
                <a:solidFill>
                  <a:schemeClr val="tx1"/>
                </a:solidFill>
              </a:rPr>
              <a:t>5</a:t>
            </a: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it-IT" sz="1100" dirty="0">
                <a:solidFill>
                  <a:schemeClr val="tx1"/>
                </a:solidFill>
              </a:rPr>
              <a:t>-</a:t>
            </a:r>
            <a:r>
              <a:rPr lang="cs-CZ" sz="1100" dirty="0">
                <a:solidFill>
                  <a:schemeClr val="tx1"/>
                </a:solidFill>
              </a:rPr>
              <a:t>0</a:t>
            </a:r>
            <a:r>
              <a:rPr lang="it-IT" sz="1100" dirty="0">
                <a:solidFill>
                  <a:schemeClr val="tx1"/>
                </a:solidFill>
              </a:rPr>
              <a:t>.42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DCA6DD-727F-8B10-DE1B-E4605B4E5565}"/>
              </a:ext>
            </a:extLst>
          </p:cNvPr>
          <p:cNvSpPr/>
          <p:nvPr/>
        </p:nvSpPr>
        <p:spPr>
          <a:xfrm>
            <a:off x="9092030" y="3654684"/>
            <a:ext cx="1241809" cy="555742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000000"/>
                </a:solidFill>
              </a:rPr>
              <a:t>-</a:t>
            </a:r>
            <a:r>
              <a:rPr lang="cs-CZ" sz="1100" dirty="0">
                <a:solidFill>
                  <a:srgbClr val="000000"/>
                </a:solidFill>
              </a:rPr>
              <a:t>5</a:t>
            </a:r>
            <a:r>
              <a:rPr lang="en-US" sz="1100" dirty="0">
                <a:solidFill>
                  <a:srgbClr val="000000"/>
                </a:solidFill>
              </a:rPr>
              <a:t>.1</a:t>
            </a:r>
            <a:r>
              <a:rPr lang="cs-CZ" sz="1100" dirty="0">
                <a:solidFill>
                  <a:srgbClr val="000000"/>
                </a:solidFill>
              </a:rPr>
              <a:t>1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0E0BF7-EE49-54AB-46AC-6F2610154C31}"/>
              </a:ext>
            </a:extLst>
          </p:cNvPr>
          <p:cNvSpPr/>
          <p:nvPr/>
        </p:nvSpPr>
        <p:spPr>
          <a:xfrm>
            <a:off x="9092030" y="4205586"/>
            <a:ext cx="1241809" cy="555742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it-IT" sz="1100" dirty="0">
                <a:solidFill>
                  <a:schemeClr val="tx1"/>
                </a:solidFill>
              </a:rPr>
              <a:t>-1</a:t>
            </a:r>
            <a:r>
              <a:rPr lang="cs-CZ" sz="1100" dirty="0">
                <a:solidFill>
                  <a:schemeClr val="tx1"/>
                </a:solidFill>
              </a:rPr>
              <a:t>2</a:t>
            </a:r>
            <a:r>
              <a:rPr lang="it-IT" sz="1100" dirty="0">
                <a:solidFill>
                  <a:schemeClr val="tx1"/>
                </a:solidFill>
              </a:rPr>
              <a:t>.6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4BED06-9E09-9586-334F-2DBF1FBBB27A}"/>
              </a:ext>
            </a:extLst>
          </p:cNvPr>
          <p:cNvSpPr/>
          <p:nvPr/>
        </p:nvSpPr>
        <p:spPr>
          <a:xfrm>
            <a:off x="9092030" y="4749886"/>
            <a:ext cx="1318215" cy="555742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</a:rPr>
              <a:t>-</a:t>
            </a:r>
            <a:r>
              <a:rPr lang="cs-CZ" sz="1100" dirty="0">
                <a:solidFill>
                  <a:schemeClr val="tx1"/>
                </a:solidFill>
              </a:rPr>
              <a:t>1</a:t>
            </a:r>
            <a:r>
              <a:rPr lang="en-US" sz="1100" dirty="0">
                <a:solidFill>
                  <a:schemeClr val="tx1"/>
                </a:solidFill>
              </a:rPr>
              <a:t>.</a:t>
            </a:r>
            <a:r>
              <a:rPr lang="cs-CZ" sz="1100" dirty="0">
                <a:solidFill>
                  <a:schemeClr val="tx1"/>
                </a:solidFill>
              </a:rPr>
              <a:t>2</a:t>
            </a:r>
            <a:r>
              <a:rPr lang="en-US" sz="1100" dirty="0">
                <a:solidFill>
                  <a:schemeClr val="tx1"/>
                </a:solidFill>
              </a:rPr>
              <a:t>2</a:t>
            </a: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</a:rPr>
              <a:t>-</a:t>
            </a:r>
            <a:r>
              <a:rPr lang="cs-CZ" sz="1100" dirty="0">
                <a:solidFill>
                  <a:schemeClr val="tx1"/>
                </a:solidFill>
              </a:rPr>
              <a:t>0</a:t>
            </a:r>
            <a:r>
              <a:rPr lang="en-US" sz="1100" dirty="0">
                <a:solidFill>
                  <a:schemeClr val="tx1"/>
                </a:solidFill>
              </a:rPr>
              <a:t>.</a:t>
            </a:r>
            <a:r>
              <a:rPr lang="cs-CZ" sz="1100" dirty="0">
                <a:solidFill>
                  <a:schemeClr val="tx1"/>
                </a:solidFill>
              </a:rPr>
              <a:t>0</a:t>
            </a:r>
            <a:r>
              <a:rPr lang="en-US" sz="1100" dirty="0">
                <a:solidFill>
                  <a:schemeClr val="tx1"/>
                </a:solidFill>
              </a:rPr>
              <a:t>6</a:t>
            </a: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00000"/>
                </a:solidFill>
              </a:rPr>
              <a:t>WIP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585AC5-2C77-E78E-EB9B-39C52D7F1E7E}"/>
              </a:ext>
            </a:extLst>
          </p:cNvPr>
          <p:cNvSpPr/>
          <p:nvPr/>
        </p:nvSpPr>
        <p:spPr>
          <a:xfrm>
            <a:off x="9072741" y="2552495"/>
            <a:ext cx="1241809" cy="555742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000000"/>
                </a:solidFill>
              </a:rPr>
              <a:t>-</a:t>
            </a:r>
            <a:r>
              <a:rPr lang="cs-CZ" sz="1100" dirty="0">
                <a:solidFill>
                  <a:srgbClr val="000000"/>
                </a:solidFill>
              </a:rPr>
              <a:t>3</a:t>
            </a:r>
            <a:r>
              <a:rPr lang="en-US" sz="1100" dirty="0">
                <a:solidFill>
                  <a:srgbClr val="000000"/>
                </a:solidFill>
              </a:rPr>
              <a:t>.2</a:t>
            </a: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000000"/>
                </a:solidFill>
              </a:rPr>
              <a:t>-</a:t>
            </a:r>
            <a:r>
              <a:rPr lang="cs-CZ" sz="1100" dirty="0">
                <a:solidFill>
                  <a:srgbClr val="000000"/>
                </a:solidFill>
              </a:rPr>
              <a:t>5</a:t>
            </a:r>
            <a:r>
              <a:rPr lang="en-US" sz="1100" dirty="0">
                <a:solidFill>
                  <a:srgbClr val="000000"/>
                </a:solidFill>
              </a:rPr>
              <a:t>.53</a:t>
            </a: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000000"/>
                </a:solidFill>
              </a:rPr>
              <a:t>-0.3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A52DA9-36F2-37E0-065C-CDCFDF57C750}"/>
              </a:ext>
            </a:extLst>
          </p:cNvPr>
          <p:cNvSpPr/>
          <p:nvPr/>
        </p:nvSpPr>
        <p:spPr>
          <a:xfrm>
            <a:off x="9072740" y="2046734"/>
            <a:ext cx="1241809" cy="555742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000000"/>
                </a:solidFill>
              </a:rPr>
              <a:t>-</a:t>
            </a:r>
            <a:r>
              <a:rPr lang="cs-CZ" sz="1100" dirty="0">
                <a:solidFill>
                  <a:srgbClr val="000000"/>
                </a:solidFill>
              </a:rPr>
              <a:t>1</a:t>
            </a:r>
            <a:r>
              <a:rPr lang="it-IT" sz="1100" dirty="0">
                <a:solidFill>
                  <a:srgbClr val="000000"/>
                </a:solidFill>
              </a:rPr>
              <a:t>.9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ACA60F3-A2BC-6B8F-1CCC-634883CCD2F6}"/>
              </a:ext>
            </a:extLst>
          </p:cNvPr>
          <p:cNvSpPr/>
          <p:nvPr/>
        </p:nvSpPr>
        <p:spPr>
          <a:xfrm>
            <a:off x="9079535" y="1455237"/>
            <a:ext cx="1241809" cy="555742"/>
          </a:xfrm>
          <a:prstGeom prst="rect">
            <a:avLst/>
          </a:prstGeom>
          <a:noFill/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3600" rIns="3600" bIns="3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000000"/>
                </a:solidFill>
              </a:rPr>
              <a:t>-</a:t>
            </a:r>
            <a:r>
              <a:rPr lang="cs-CZ" sz="1100" dirty="0">
                <a:solidFill>
                  <a:srgbClr val="000000"/>
                </a:solidFill>
              </a:rPr>
              <a:t>21.4</a:t>
            </a:r>
            <a:endParaRPr lang="en-US" sz="1100" dirty="0">
              <a:solidFill>
                <a:srgbClr val="000000"/>
              </a:solidFill>
            </a:endParaRPr>
          </a:p>
          <a:p>
            <a:pPr marL="330708" lvl="1" indent="-224028">
              <a:buClr>
                <a:srgbClr val="BD2027"/>
              </a:buClr>
              <a:buFont typeface="Wingdings" panose="05000000000000000000" pitchFamily="2" charset="2"/>
              <a:buChar char="§"/>
            </a:pPr>
            <a:r>
              <a:rPr lang="cs-CZ" sz="1100" dirty="0">
                <a:solidFill>
                  <a:srgbClr val="000000"/>
                </a:solidFill>
              </a:rPr>
              <a:t>+2</a:t>
            </a:r>
            <a:r>
              <a:rPr lang="it-IT" sz="1100" dirty="0">
                <a:solidFill>
                  <a:srgbClr val="000000"/>
                </a:solidFill>
              </a:rPr>
              <a:t>.</a:t>
            </a:r>
            <a:r>
              <a:rPr lang="cs-CZ" sz="11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2070A2-69E7-FB1B-84CD-45750114D031}"/>
              </a:ext>
            </a:extLst>
          </p:cNvPr>
          <p:cNvSpPr txBox="1"/>
          <p:nvPr/>
        </p:nvSpPr>
        <p:spPr>
          <a:xfrm>
            <a:off x="4317093" y="1"/>
            <a:ext cx="3607753" cy="232152"/>
          </a:xfrm>
          <a:prstGeom prst="rect">
            <a:avLst/>
          </a:prstGeom>
          <a:solidFill>
            <a:schemeClr val="accent1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P&amp;L view,</a:t>
            </a:r>
          </a:p>
        </p:txBody>
      </p:sp>
      <p:pic>
        <p:nvPicPr>
          <p:cNvPr id="26" name="Picture 25" descr="A red and white logo&#10;&#10;Description automatically generated">
            <a:extLst>
              <a:ext uri="{FF2B5EF4-FFF2-40B4-BE49-F238E27FC236}">
                <a16:creationId xmlns:a16="http://schemas.microsoft.com/office/drawing/2014/main" id="{295AB4A0-C618-C173-32B6-92087734A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5964" y="5534759"/>
            <a:ext cx="175684" cy="175684"/>
          </a:xfrm>
          <a:prstGeom prst="rect">
            <a:avLst/>
          </a:prstGeom>
        </p:spPr>
      </p:pic>
      <p:pic>
        <p:nvPicPr>
          <p:cNvPr id="27" name="Picture 26" descr="A red and white logo&#10;&#10;Description automatically generated">
            <a:extLst>
              <a:ext uri="{FF2B5EF4-FFF2-40B4-BE49-F238E27FC236}">
                <a16:creationId xmlns:a16="http://schemas.microsoft.com/office/drawing/2014/main" id="{CDB5BB99-DFA1-0C35-A7A1-4F62A10E0D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5964" y="5109748"/>
            <a:ext cx="175684" cy="17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671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200</Words>
  <Application>Microsoft Office PowerPoint</Application>
  <PresentationFormat>Širokoúhlá obrazovka</PresentationFormat>
  <Paragraphs>68</Paragraphs>
  <Slides>1</Slides>
  <Notes>1</Notes>
  <HiddenSlides>0</HiddenSlides>
  <MMClips>0</MMClips>
  <ScaleCrop>false</ScaleCrop>
  <HeadingPairs>
    <vt:vector size="8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Trebuchet MS</vt:lpstr>
      <vt:lpstr>Wingdings</vt:lpstr>
      <vt:lpstr>Motiv Office</vt:lpstr>
      <vt:lpstr>think-cell Slide</vt:lpstr>
      <vt:lpstr>Cost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Bartyzal</dc:creator>
  <cp:lastModifiedBy>Jan Bartyzal</cp:lastModifiedBy>
  <cp:revision>1</cp:revision>
  <dcterms:created xsi:type="dcterms:W3CDTF">2026-02-04T11:39:03Z</dcterms:created>
  <dcterms:modified xsi:type="dcterms:W3CDTF">2026-02-04T11:45:01Z</dcterms:modified>
</cp:coreProperties>
</file>